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title>
      <c:tx>
        <c:rich>
          <a:bodyPr/>
          <a:lstStyle/>
          <a:p>
            <a:pPr>
              <a:defRPr sz="1600">
                <a:latin typeface="Arial"/>
              </a:defRPr>
            </a:pPr>
            <a:r>
              <a:rPr lang="es-NI"/>
              <a:t>Importe según origen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Importe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México</c:v>
                </c:pt>
                <c:pt idx="1">
                  <c:v>Otros países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36919.5</c:v>
                </c:pt>
                <c:pt idx="1">
                  <c:v>3439.5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B6-468A-8E90-8B8E73B4AD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1"/>
      <c:txPr>
        <a:bodyPr/>
        <a:lstStyle/>
        <a:p>
          <a:pPr>
            <a:defRPr sz="1200">
              <a:latin typeface="Arial"/>
            </a:defRPr>
          </a:pPr>
          <a:endParaRPr lang="es-NI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s-NI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2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04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1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61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66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91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7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6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2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7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7921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968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27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17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2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2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1434" y="1645920"/>
            <a:ext cx="4438651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Arial"/>
              </a:defRPr>
            </a:pPr>
            <a:r>
              <a:rPr dirty="0" err="1"/>
              <a:t>NicaTrade</a:t>
            </a:r>
            <a:r>
              <a:rPr dirty="0"/>
              <a:t> International</a:t>
            </a:r>
          </a:p>
          <a:p>
            <a:pPr algn="ctr">
              <a:defRPr sz="2400">
                <a:latin typeface="Arial"/>
              </a:defRPr>
            </a:pPr>
            <a:r>
              <a:rPr dirty="0" err="1"/>
              <a:t>Operación</a:t>
            </a:r>
            <a:r>
              <a:rPr dirty="0"/>
              <a:t> de </a:t>
            </a:r>
            <a:r>
              <a:rPr dirty="0" err="1"/>
              <a:t>importación</a:t>
            </a:r>
            <a:endParaRPr dirty="0"/>
          </a:p>
          <a:p>
            <a:pPr algn="ctr">
              <a:defRPr sz="2400" b="1">
                <a:latin typeface="Arial"/>
              </a:defRPr>
            </a:pPr>
            <a:r>
              <a:rPr dirty="0"/>
              <a:t>México → Nicaragua</a:t>
            </a:r>
          </a:p>
          <a:p>
            <a:pPr algn="ctr"/>
            <a:br>
              <a:rPr dirty="0"/>
            </a:br>
            <a:r>
              <a:rPr dirty="0"/>
              <a:t>Juan Flores · Estefani Lorena Lara Calero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rial"/>
              </a:defRPr>
            </a:pPr>
            <a:r>
              <a:t>Empresa y operación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latin typeface="Arial"/>
              </a:defRPr>
            </a:pPr>
            <a:r>
              <a:t>• NicaTrade International: empresa nicaragüense dedicada a la importación y exportación de productos.</a:t>
            </a:r>
          </a:p>
          <a:p>
            <a:pPr>
              <a:spcAft>
                <a:spcPts val="1200"/>
              </a:spcAft>
              <a:defRPr sz="2100">
                <a:latin typeface="Arial"/>
              </a:defRPr>
            </a:pPr>
            <a:r>
              <a:t>• Operación analizada: importación desde México hacia Nicaragua.</a:t>
            </a:r>
          </a:p>
          <a:p>
            <a:pPr>
              <a:spcAft>
                <a:spcPts val="1200"/>
              </a:spcAft>
              <a:defRPr sz="2100">
                <a:latin typeface="Arial"/>
              </a:defRPr>
            </a:pPr>
            <a:r>
              <a:t>• Productos: alimentos, bebidas, limpieza, hogar, oficina, tecnología y accesorios.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rial"/>
              </a:defRPr>
            </a:pPr>
            <a: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rial"/>
              </a:defRPr>
            </a:pPr>
            <a:r>
              <a:t>• Total de la operación: US$ 40,359.00</a:t>
            </a:r>
          </a:p>
          <a:p>
            <a:pPr>
              <a:spcAft>
                <a:spcPts val="1200"/>
              </a:spcAft>
              <a:defRPr sz="1800">
                <a:latin typeface="Arial"/>
              </a:defRPr>
            </a:pPr>
            <a:r>
              <a:t>• Producto con mayor importe: Mochilas</a:t>
            </a:r>
          </a:p>
          <a:p>
            <a:pPr>
              <a:spcAft>
                <a:spcPts val="1200"/>
              </a:spcAft>
              <a:defRPr sz="1800">
                <a:latin typeface="Arial"/>
              </a:defRPr>
            </a:pPr>
            <a:r>
              <a:t>• Precio promedio: US$ 7.74</a:t>
            </a:r>
          </a:p>
          <a:p>
            <a:pPr>
              <a:spcAft>
                <a:spcPts val="1200"/>
              </a:spcAft>
              <a:defRPr sz="1800">
                <a:latin typeface="Arial"/>
              </a:defRPr>
            </a:pPr>
            <a:r>
              <a:t>• Productos registrados: 50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92240" y="1371600"/>
          <a:ext cx="49377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rial"/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latin typeface="Arial"/>
              </a:defRPr>
            </a:pPr>
            <a:r>
              <a:t>• El importe total analizado es de US$ 40,359.00.</a:t>
            </a:r>
          </a:p>
          <a:p>
            <a:pPr>
              <a:spcAft>
                <a:spcPts val="1200"/>
              </a:spcAft>
              <a:defRPr sz="2100">
                <a:latin typeface="Arial"/>
              </a:defRPr>
            </a:pPr>
            <a:r>
              <a:t>• Analizar la información permite conocer costos, comparar productos y apoyar la toma de decisiones.</a:t>
            </a:r>
          </a:p>
          <a:p>
            <a:pPr>
              <a:spcAft>
                <a:spcPts val="1200"/>
              </a:spcAft>
              <a:defRPr sz="2100">
                <a:latin typeface="Arial"/>
              </a:defRPr>
            </a:pPr>
            <a:r>
              <a:t>• La gestión digital facilita organizar, compartir y recuperar la información de una operación internacional.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131</Words>
  <Application>Microsoft Office PowerPoint</Application>
  <PresentationFormat>Panorámica</PresentationFormat>
  <Paragraphs>18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juancarlos flores</dc:creator>
  <cp:keywords/>
  <dc:description>generated using python-pptx</dc:description>
  <cp:lastModifiedBy>juancarlos flores</cp:lastModifiedBy>
  <cp:revision>3</cp:revision>
  <dcterms:created xsi:type="dcterms:W3CDTF">2013-01-27T09:14:16Z</dcterms:created>
  <dcterms:modified xsi:type="dcterms:W3CDTF">2026-09-17T20:23:14Z</dcterms:modified>
  <cp:category/>
</cp:coreProperties>
</file>